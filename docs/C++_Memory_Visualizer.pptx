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大家好，欢迎来到我们的大作业项目C++工作台的路演发布会。首先，我不躲不藏不绕，用一句话概括核心理念：实用至上，用户体验至上。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时代，人工智能本身就可以辅助学习。但AI有很多不足：写提示词繁琐，长期记忆差，局限于文本模态。因此我们工作的核心思路是搭建全流程、可视化、可持续、可循环的AI辅助学习工具，实现超越传统agent的交互式学习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运行程序直接进入主界面，功能简洁明了。统计信息便于掌握学习进度。设置中可以选择AI网址、模型和API Key，首次设置长期有效。前端借鉴某知名游戏设计风格。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最核心的设计：可视化代码编辑器。实时呈现内存状态。这里给出示例代码，点击运行生成可视化图形，自动播放查看内存变化。画布精妙设计，缩放移动丝滑流畅。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【插入视频】展示代码编辑器完整操作流程。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OJ分析部分。粘贴题目后点击分析，生成示例代码，可本地编译测试。还有思路讲解、知识点标注、一键加入复习，非常全面方便。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文件导入部分提供快速分析功能。支持多种格式。上传PDF后点击提取知识点，AI总结拆分。配套练习题实时检验，错题加入错题集。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【插入视频】展示 OJ 分析和文件导入流程。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错题复习是可持续可循环的核心支撑。错题自动分类。每道题有提示和显示答案。提示由AI在不给出答案的前提下引导。显示答案后可以记录心得、评价难度，这决定了后续复习频率。也可以手动添加错题。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知识库是总体的储存库。列表界面清晰列出知识点。点开后看到AI讲解，可以一键加入复习、一键生成小测验。图谱界面聚集显示知识点，点击查看。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【插入视频】展示错题复习和知识库的完整交互流程。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总得来看，我们的项目并不追求花里胡哨的功能，而是从实际体验出发，做出一款真的懂你的小程序。如果能在实际有所帮助，便是最大的成就。谢谢大家。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D4D4"/>
                </a:solidFill>
                <a:latin typeface="Arial"/>
              </a:defRPr>
            </a:pPr>
            <a:r>
              <a:t>C++ 工作台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651760"/>
            <a:ext cx="210312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08080"/>
                </a:solidFill>
                <a:latin typeface="Arial"/>
              </a:defRPr>
            </a:pPr>
            <a:r>
              <a:t>实用至上 · 用户体验至上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D4D4"/>
                </a:solidFill>
                <a:latin typeface="Arial"/>
              </a:defRPr>
            </a:pPr>
            <a:r>
              <a:t>全流程 · 可视化 · 可持续 · 可循环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  <a:latin typeface="Arial"/>
              </a:defRPr>
            </a:pPr>
            <a:r>
              <a:t>AI 辅助 C++ 学习工具  |  路演发布会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AI 不是敌人，是工具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AI 有不足：提示词繁琐 · 长期记忆差 · 局限于文本模态 · 交互体验不理想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我们的思路：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搭建一个 全流程 、可视化 、可持续 、可循环 的高效 AI 辅助学习工具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实现超越传统 Agent 的交互式学习体验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Arial"/>
              </a:defRPr>
            </a:pPr>
            <a:r>
              <a:t>「站在 AI 的对立面是没有意义的。</a:t>
            </a:r>
            <a:br/>
            <a:r>
              <a:t>利用 AI，才能如虎添翼。」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主界面 &amp; 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🏠  主界面：功能简洁明了，统计信息帮助掌握学习进度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⚙  设置：自由选择 AI 网址、模型、API Key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       支持 DeepSeek / OpenAI / Claude / Gemini 各大厂商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       首次设置后长期有效，无需每次填写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🎨  前端借鉴知名游戏设计风格，后续提供极简风格选项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可视化代码编辑器 — 核心设计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📝  实时呈现内存状态：变量 · 指针 · 内存 · 对象的关系一目了然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🚀  内置示例代码，一键运行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       点击自动播放，查看内存逐行变化过程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🎨  精妙画布设计：缩放 · 移动丝滑流畅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       即使多层嵌套也没有问题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114800"/>
            <a:ext cx="8503920" cy="640080"/>
          </a:xfrm>
          <a:prstGeom prst="rect">
            <a:avLst/>
          </a:prstGeom>
          <a:solidFill>
            <a:srgbClr val="252526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4D4D4"/>
                </a:solidFill>
                <a:latin typeface="Courier New"/>
              </a:defRPr>
            </a:pPr>
            <a:r>
              <a:t>int a = 42;   int* p = new int(100);   int* q = &amp;a;   *p = 200;   delete 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🎬 演示 — 代码编辑器操作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50392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7ACC"/>
                </a:solidFill>
                <a:latin typeface="Arial"/>
              </a:defRPr>
            </a:pPr>
            <a:r>
              <a:t>▶  写代码 → Run → Auto Play → Canvas 动画 (约 60s)</a:t>
            </a:r>
          </a:p>
          <a:p>
            <a:pPr algn="ctr">
              <a:defRPr sz="1200">
                <a:solidFill>
                  <a:srgbClr val="808080"/>
                </a:solidFill>
                <a:latin typeface="Arial"/>
              </a:defRPr>
            </a:pPr>
            <a:r>
              <a:t>【此处插入演示视频】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808080"/>
                </a:solidFill>
                <a:latin typeface="Arial"/>
              </a:defRPr>
            </a:pPr>
            <a:r>
              <a:t>展示：运行代码 · 自动播放 · 内存变化 · 画布交互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OJ 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💡  解决 OJ 题目时，如何获得详细指导？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✅  点击分析 → 生成示例代码 → 可调用本地编译器测试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✅  相关思路讲解 · 知识点标注 · 一键加入复习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✅  算法复杂度分析 · 常见错误提示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✅  一键发送代码到可视化区域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文件导入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📂  快速分析代码/讲义/课件，支持多种格式（PDF · DOCX · PPTX · MD · CPP）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🤖  上传文件 → 提取知识点 → AI 拆分总结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       知识点可 可视化 或 加入知识库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📝  配套基础练习题，实时检验学习成果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       错题一键加入错题集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🎬 演示 — OJ 分析 &amp; 文件导入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50392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7ACC"/>
                </a:solidFill>
                <a:latin typeface="Arial"/>
              </a:defRPr>
            </a:pPr>
            <a:r>
              <a:t>▶  OJ 分析 · 文件导入 · 知识点提取 · 在线测试 (约 60s)</a:t>
            </a:r>
          </a:p>
          <a:p>
            <a:pPr algn="ctr">
              <a:defRPr sz="1200">
                <a:solidFill>
                  <a:srgbClr val="808080"/>
                </a:solidFill>
                <a:latin typeface="Arial"/>
              </a:defRPr>
            </a:pPr>
            <a:r>
              <a:t>【此处插入演示视频】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808080"/>
                </a:solidFill>
                <a:latin typeface="Arial"/>
              </a:defRPr>
            </a:pPr>
            <a:r>
              <a:t>展示：OJ 分析 → 知识点标注 → 文件导入 → AI 提取 → 在线测试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错题复习 — 可持续 · 可循环的核心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  <a:r>
              <a:t>🃏  错题自动分类储存，可按分类加载复习</a:t>
            </a: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  <a:r>
              <a:t>💡  AI 提示：不确定时，AI 在不给出答案的前提下引导思考</a:t>
            </a: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  <a:r>
              <a:t>📖  显示答案：正确答案 + AI 详细讲解</a:t>
            </a: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  <a:r>
              <a:t>📝  记录学习心得 · 评价题目难度</a:t>
            </a: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  <a:r>
              <a:t>       难度评价决定以后看到这道题的频率（SM-2 算法）</a:t>
            </a: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D4D4D4"/>
                </a:solidFill>
                <a:latin typeface="Arial"/>
              </a:defRPr>
            </a:pPr>
            <a:r>
              <a:t>➕  也可手动添加错题，统一整理复习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知识库 — 总体的储存库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  <a:r>
              <a:t>📚  列表界面：清晰列出所有入库知识点</a:t>
            </a: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  <a:r>
              <a:t>✨  点开知识点：AI 详细讲解（Markdown 渲染）</a:t>
            </a: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  <a:r>
              <a:t>       一键加入复习 · 一键生成小测验</a:t>
            </a: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  <a:r>
              <a:t>       按需删除整理</a:t>
            </a: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  <a:r>
              <a:t>🗺  图谱界面：知识点聚集显示，可点击查看</a:t>
            </a:r>
          </a:p>
          <a:p>
            <a:pPr>
              <a:spcAft>
                <a:spcPts val="1000"/>
              </a:spcAft>
              <a:defRPr sz="1700">
                <a:solidFill>
                  <a:srgbClr val="D4D4D4"/>
                </a:solidFill>
                <a:latin typeface="Arial"/>
              </a:defRPr>
            </a:pPr>
            <a:r>
              <a:t>       力导向图，错误越多节点越大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D4D4"/>
                </a:solidFill>
                <a:latin typeface="Arial"/>
              </a:defRPr>
            </a:pPr>
            <a:r>
              <a:t>🎬 演示 — 错题复习 &amp; 知识库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64008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50392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7ACC"/>
                </a:solidFill>
                <a:latin typeface="Arial"/>
              </a:defRPr>
            </a:pPr>
            <a:r>
              <a:t>▶  错题复习 · 分类加载 · AI 提示 · 知识库 · 小测验 (约 60s)</a:t>
            </a:r>
          </a:p>
          <a:p>
            <a:pPr algn="ctr">
              <a:defRPr sz="1200">
                <a:solidFill>
                  <a:srgbClr val="808080"/>
                </a:solidFill>
                <a:latin typeface="Arial"/>
              </a:defRPr>
            </a:pPr>
            <a:r>
              <a:t>【此处插入演示视频】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808080"/>
                </a:solidFill>
                <a:latin typeface="Arial"/>
              </a:defRPr>
            </a:pPr>
            <a:r>
              <a:t>展示：错题分类 · AI 提示 · 显示答案 · 难度评价 · 知识库讲解 · 小测验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D4D4"/>
                </a:solidFill>
                <a:latin typeface="Arial"/>
              </a:defRPr>
            </a:pPr>
            <a:r>
              <a:t>不做花里胡哨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D4D4"/>
                </a:solidFill>
                <a:latin typeface="Arial"/>
              </a:defRPr>
            </a:pPr>
            <a:r>
              <a:t>做一款真的懂你的小程序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实用至上 · 用户体验至上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全流程 · 可视化 · 可持续 · 可循环</a:t>
            </a:r>
          </a:p>
          <a:p>
            <a:pPr>
              <a:spcAft>
                <a:spcPts val="1000"/>
              </a:spcAft>
              <a:defRPr sz="1800">
                <a:solidFill>
                  <a:srgbClr val="D4D4D4"/>
                </a:solidFill>
                <a:latin typeface="Arial"/>
              </a:defRPr>
            </a:pPr>
            <a:r>
              <a:t>如果能在实际学习中有所帮助，便是最大的成就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ACC"/>
                </a:solidFill>
                <a:latin typeface="Arial"/>
              </a:defRPr>
            </a:pPr>
            <a:r>
              <a:t>github.com/gky0329/HomeworkForCXSJSX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  <a:latin typeface="Arial"/>
              </a:defRPr>
            </a:pPr>
            <a:r>
              <a:t>谢谢大家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